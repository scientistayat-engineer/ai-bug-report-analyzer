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course and the assignment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Report Analyzer  |  Anushay Ayat  |  SMIT Batch 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463040"/>
            <a:ext cx="5029200" cy="50292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700">
            <a:solidFill>
              <a:srgbClr val="2DD4B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651760"/>
            <a:ext cx="3474720" cy="347472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457200" cy="4572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SMIT  |  AI &amp; DATA SCIENCE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Bug Report Analyzer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LangGraph, Gemini and FastAPI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972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Anushay Ayat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Data Science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 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10 /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71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77640" y="1371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371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423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77640" y="2423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implementation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423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423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24231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user experience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/ demo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3474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474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7764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challenges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474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66560" y="3474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bug report analyzer?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538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118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are written in free-form, unstructured language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waste time asking for missing details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judged inconsistently between reporters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hunting starts from zero every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538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6118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bug description in natural language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title, feature and summary automatically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severity: Critical, High, Medium, Low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likely root causes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 clean, structured bug report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AI workflow instead of a single prompt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910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600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 bug description in the web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95728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910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20240"/>
            <a:ext cx="1600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specialised nodes pass a shared typed 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848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910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20240"/>
            <a:ext cx="1600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(Pydantic) output keeps every step reliable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01968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5910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920240"/>
            <a:ext cx="1600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report + JSON, copy / download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LangGraph? Each task is isolated, testable and easy to extend - e.g. adding a duplicate-detection node later needs only one new node and one edge.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4 nodes →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2DD4B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14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Analysis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1554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affected feature, issue summary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59152" y="28346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2286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414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Detection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743200"/>
            <a:ext cx="1554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 + reason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62272" y="28346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414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743200"/>
            <a:ext cx="1554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possible technical causes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65392" y="28346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22860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4140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Report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743200"/>
            <a:ext cx="15544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reproduce, next steps, final report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state:  bug_description → title, affected_feature, summary → severity, severity_reason → root_causes → steps, next_steps, final_report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lightweight and easy to deploy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9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40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FastAPI, Uvicorn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99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240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(StateGraph), LangChain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99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28800"/>
            <a:ext cx="2240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via langchain-google-genai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540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2240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structured output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0540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383280"/>
            <a:ext cx="2240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JavaScript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0540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383280"/>
            <a:ext cx="2240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ai-bug-report-analyzer/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        FastAPI entry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config.py      settings (.env)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schemas.py     Pydantic models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api/routes.py  REST + SSE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graph/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state.py   BugState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prompts.py prompts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nodes.py   4 nodes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workflow.py graph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services/  llm + demo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(html, css, js)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    docs/    README.md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28016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1408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37360"/>
            <a:ext cx="27432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separated from logic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responsibility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access isolated in services/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wiring in one place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served by FastAPI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environment variables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Node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returns a partial state 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0A0E15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BugState(TypedDict, total=False):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bug_description: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affected_feature: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severity: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severity_reason: str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root_causes: List[str]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steps_to_reproduce: List[str]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suggested_next_steps: List[str]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final_report: str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g.add_edge(START, "bug_analysis")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g.add_edge("bug_analysis",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"severity_detection")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g.add_edge("format_report", END)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4081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737360"/>
            <a:ext cx="34747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calls Gemini with a focused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with_structured_output(Schema) returns validated Pydantic objects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merged into shared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node renders the final Markdown report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failure falls back to the offline engine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with clear definitions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09728" cy="713232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258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Crash, data loss, security hole or payments fully blocked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67128"/>
            <a:ext cx="109728" cy="713232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671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21671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 broken, no reasonable workaround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08376"/>
            <a:ext cx="109728" cy="713232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0837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3008376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degraded or inconsistent, workaround exists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9624"/>
            <a:ext cx="109728" cy="713232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4962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6000" y="3849624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issue or minor inconvenience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docs available at /docs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21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/api/health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 version and active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/api/samples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bug descriptions for the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/api/analyze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workflow, return full JSON report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/api/analyze/stream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one SSE event per finished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body:  { "description": "Users cannot log in after the latest update..." }   (10 - 4000 characters, validated by Pydantic)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clear call to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19072" y="1152144"/>
            <a:ext cx="5705856" cy="3593592"/>
          </a:xfrm>
          <a:prstGeom prst="roundRect">
            <a:avLst>
              <a:gd name="adj" fmla="val 1272"/>
            </a:avLst>
          </a:prstGeom>
          <a:solidFill>
            <a:srgbClr val="233047"/>
          </a:solidFill>
          <a:ln w="12700">
            <a:solidFill>
              <a:srgbClr val="233047"/>
            </a:solidFill>
            <a:prstDash val="solid"/>
          </a:ln>
        </p:spPr>
      </p:sp>
      <p:pic>
        <p:nvPicPr>
          <p:cNvPr id="5" name="Image 0" descr="/home/claude/ai-bug-report-analyzer/docs/screenshot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188720"/>
            <a:ext cx="5632704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analyzer workspace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sample bugs and workflow tracker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19072" y="1152144"/>
            <a:ext cx="5705856" cy="3593592"/>
          </a:xfrm>
          <a:prstGeom prst="roundRect">
            <a:avLst>
              <a:gd name="adj" fmla="val 1272"/>
            </a:avLst>
          </a:prstGeom>
          <a:solidFill>
            <a:srgbClr val="233047"/>
          </a:solidFill>
          <a:ln w="12700">
            <a:solidFill>
              <a:srgbClr val="233047"/>
            </a:solidFill>
            <a:prstDash val="solid"/>
          </a:ln>
        </p:spPr>
      </p:sp>
      <p:pic>
        <p:nvPicPr>
          <p:cNvPr id="5" name="Image 0" descr="/home/claude/ai-bug-report-analyzer/docs/screenshots/02-analyzer-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188720"/>
            <a:ext cx="5632704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workflow &amp; report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finish one by one; report appears on the right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87359" y="1152144"/>
            <a:ext cx="4369282" cy="3593592"/>
          </a:xfrm>
          <a:prstGeom prst="roundRect">
            <a:avLst>
              <a:gd name="adj" fmla="val 1272"/>
            </a:avLst>
          </a:prstGeom>
          <a:solidFill>
            <a:srgbClr val="233047"/>
          </a:solidFill>
          <a:ln w="12700">
            <a:solidFill>
              <a:srgbClr val="233047"/>
            </a:solidFill>
            <a:prstDash val="solid"/>
          </a:ln>
        </p:spPr>
      </p:sp>
      <p:pic>
        <p:nvPicPr>
          <p:cNvPr id="5" name="Image 0" descr="/home/claude/ai-bug-report-analyzer/docs/screenshots/04-report-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935" y="1188720"/>
            <a:ext cx="4296130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JSON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Developer-ready exports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87359" y="1152144"/>
            <a:ext cx="4369282" cy="3593592"/>
          </a:xfrm>
          <a:prstGeom prst="roundRect">
            <a:avLst>
              <a:gd name="adj" fmla="val 1272"/>
            </a:avLst>
          </a:prstGeom>
          <a:solidFill>
            <a:srgbClr val="233047"/>
          </a:solidFill>
          <a:ln w="12700">
            <a:solidFill>
              <a:srgbClr val="233047"/>
            </a:solidFill>
            <a:prstDash val="solid"/>
          </a:ln>
        </p:spPr>
      </p:sp>
      <p:pic>
        <p:nvPicPr>
          <p:cNvPr id="5" name="Image 0" descr="/home/claude/ai-bug-report-analyzer/docs/screenshots/05-markdown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935" y="1188720"/>
            <a:ext cx="4296130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explainer section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87359" y="1152144"/>
            <a:ext cx="4369282" cy="3593592"/>
          </a:xfrm>
          <a:prstGeom prst="roundRect">
            <a:avLst>
              <a:gd name="adj" fmla="val 1272"/>
            </a:avLst>
          </a:prstGeom>
          <a:solidFill>
            <a:srgbClr val="233047"/>
          </a:solidFill>
          <a:ln w="12700">
            <a:solidFill>
              <a:srgbClr val="233047"/>
            </a:solidFill>
            <a:prstDash val="solid"/>
          </a:ln>
        </p:spPr>
      </p:sp>
      <p:pic>
        <p:nvPicPr>
          <p:cNvPr id="5" name="Image 0" descr="/home/claude/ai-bug-report-analyzer/docs/screenshots/07-workflow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935" y="1188720"/>
            <a:ext cx="4296130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 as well as desktops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972" y="1152144"/>
            <a:ext cx="1699896" cy="3593592"/>
          </a:xfrm>
          <a:prstGeom prst="roundRect">
            <a:avLst>
              <a:gd name="adj" fmla="val 2690"/>
            </a:avLst>
          </a:prstGeom>
          <a:solidFill>
            <a:srgbClr val="233047"/>
          </a:solidFill>
          <a:ln w="12700">
            <a:solidFill>
              <a:srgbClr val="233047"/>
            </a:solidFill>
            <a:prstDash val="solid"/>
          </a:ln>
        </p:spPr>
      </p:sp>
      <p:pic>
        <p:nvPicPr>
          <p:cNvPr id="5" name="Image 0" descr="/home/claude/ai-bug-report-analyzer/docs/screenshots/11-mobil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48" y="1188720"/>
            <a:ext cx="1626744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0" y="13716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83280" y="1499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highlights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828800"/>
            <a:ext cx="51206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professional design system with CSS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grid (desktop, tablet, mobile)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stepper driven by Server-Sent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badges: red, orange, yellow, green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.md and .json export buttons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history of the last six analyses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structured bug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53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9260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being charged twice at checkout when they click the Pay button and the network is slow. Orders show duplicated payments in the billing dashboard.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490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D4B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132588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538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(excerpt)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783080"/>
            <a:ext cx="42062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Checkout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Gateway callback not handled idempotently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Race condition between order creation and payment confirmation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on-call, reproduce on staging, add regression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with pytest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538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tested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118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graph run returns every state field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vs Low severity classification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and /api/analyze endpoints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(too-short text → 422)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538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measures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6118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all LLM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engine if Gemini fails or key missing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length limits on the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messages shown in the UI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free-text LLM output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069080" y="1188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188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structured output with Pydantic schemas for every node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unusable without API key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69080" y="2057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offline rule-based fallback 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wait without feedback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69080" y="29260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926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node-by-node progress with SSE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nodes independent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69080" y="37947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794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shared state + partial updates per node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can grow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53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bug detection with embeddings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453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export to Jira / GitHub Issues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05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346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and log-file analysis (multimodal)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505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346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and a persistent database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57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862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3429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dashboards with severity analytics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31A27"/>
          </a:solidFill>
          <a:ln w="12700">
            <a:solidFill>
              <a:srgbClr val="23304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557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8862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3429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and CI pipeline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complete 4-node LangGraph workflow from the assignment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professional full-stack application: FastAPI backend + responsive website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Gemini output, live progress, exports and history go beyond the brief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folder structure, documentation, tests and screenshots included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extend with more nodes and integrations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BB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5029200" cy="5029200"/>
          </a:xfrm>
          <a:prstGeom prst="ellipse">
            <a:avLst/>
          </a:prstGeom>
          <a:solidFill>
            <a:srgbClr val="2DD4BF">
              <a:alpha val="8000"/>
            </a:srgbClr>
          </a:solidFill>
          <a:ln w="12700">
            <a:solidFill>
              <a:srgbClr val="2DD4B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Anushay Ayat  |  AI and Data Science  |  Batch 12  |  SMIT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Bug Report Analyzer (LangGraph)</dc:title>
  <dc:subject>PptxGenJS Presentation</dc:subject>
  <dc:creator>Anushay Ayat</dc:creator>
  <cp:lastModifiedBy>Anushay Ayat</cp:lastModifiedBy>
  <cp:revision>1</cp:revision>
  <dcterms:created xsi:type="dcterms:W3CDTF">2026-10-22T07:49:09Z</dcterms:created>
  <dcterms:modified xsi:type="dcterms:W3CDTF">2026-10-22T07:49:09Z</dcterms:modified>
</cp:coreProperties>
</file>